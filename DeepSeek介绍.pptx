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7b09c0e575d4dc6" /><Relationship Type="http://schemas.openxmlformats.org/package/2006/relationships/metadata/core-properties" Target="/docProps/core.xml" Id="Rc988b80484834f72" /><Relationship Type="http://schemas.openxmlformats.org/officeDocument/2006/relationships/extended-properties" Target="/docProps/app.xml" Id="R3124d4b54a0e41e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7e9d4298281429d"/>
    <p:sldId id="257" r:id="R2bf00c010afa496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7e9d4298281429d" /><Relationship Type="http://schemas.openxmlformats.org/officeDocument/2006/relationships/slide" Target="/ppt/slides/slide2.xml" Id="R2bf00c010afa496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f65dd1aed47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e0086bf0b42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b15b83b664e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3c4b0805748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83ac24e20426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0348ee26ffd495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0baa831d54b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f4943e7a54327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800000" y="1200000"/>
            <a:ext cx="8000000" cy="2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1A1A6C"/>
                </a:solidFill>
              </a:rPr>
              <a:t>DeepSeek 介绍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800000" y="3600000"/>
            <a:ext cx="8000000" cy="14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555555"/>
                </a:solidFill>
              </a:rPr>
              <a:t>新一代大语言模型  |  深度求索</a:t>
            </a:r>
          </a:p>
        </p:txBody>
      </p:sp>
      <p:sp>
        <p:nvSpPr>
          <p:cNvPr id="10004" name="TextBox 3"/>
          <p:cNvSpPr/>
          <p:nvPr/>
        </p:nvSpPr>
        <p:spPr>
          <a:xfrm>
            <a:off x="0" y="0"/>
            <a:ext cx="9600000" cy="8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005" name="TextBox 4"/>
          <p:cNvSpPr/>
          <p:nvPr/>
        </p:nvSpPr>
        <p:spPr>
          <a:xfrm>
            <a:off x="0" y="4600000"/>
            <a:ext cx="9600000" cy="8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" name="TextBox 1"/>
          <p:cNvSpPr/>
          <p:nvPr/>
        </p:nvSpPr>
        <p:spPr>
          <a:xfrm xmlns:a="http://schemas.openxmlformats.org/drawingml/2006/main">
            <a:off x="600000" y="400000"/>
            <a:ext cx="8400000" cy="1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A6C"/>
                </a:solidFill>
              </a:rPr>
              <a:t>核心特点</a:t>
            </a:r>
          </a:p>
        </p:txBody>
      </p:sp>
      <p:sp>
        <p:nvSpPr>
          <p:cNvPr id="10003" name="TextBox 2"/>
          <p:cNvSpPr/>
          <p:nvPr/>
        </p:nvSpPr>
        <p:spPr>
          <a:xfrm xmlns:a="http://schemas.openxmlformats.org/drawingml/2006/main">
            <a:off x="600000" y="2200000"/>
            <a:ext cx="8400000" cy="50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80000"/>
              </a:lnSpc>
            </a:pPr>
            <a:r>
              <a:rPr lang="en-US" sz="2200">
                <a:solidFill>
                  <a:srgbClr val="333333"/>
                </a:solidFill>
              </a:rPr>
              <a:t>强大的自然语言理解与生成能力</a:t>
            </a:r>
          </a:p>
          <a:p xmlns:a="http://schemas.openxmlformats.org/drawingml/2006/main">
            <a:pPr>
              <a:lnSpc>
                <a:spcPct val="180000"/>
              </a:lnSpc>
            </a:pPr>
            <a:r>
              <a:rPr lang="en-US" sz="2200">
                <a:solidFill>
                  <a:srgbClr val="333333"/>
                </a:solidFill>
              </a:rPr>
              <a:t>支持多种编程语言的代码生成</a:t>
            </a:r>
          </a:p>
          <a:p xmlns:a="http://schemas.openxmlformats.org/drawingml/2006/main">
            <a:pPr>
              <a:lnSpc>
                <a:spcPct val="180000"/>
              </a:lnSpc>
            </a:pPr>
            <a:r>
              <a:rPr lang="en-US" sz="2200">
                <a:solidFill>
                  <a:srgbClr val="333333"/>
                </a:solidFill>
              </a:rPr>
              <a:t>长上下文处理，可处理复杂任务</a:t>
            </a:r>
          </a:p>
          <a:p xmlns:a="http://schemas.openxmlformats.org/drawingml/2006/main">
            <a:pPr>
              <a:lnSpc>
                <a:spcPct val="180000"/>
              </a:lnSpc>
            </a:pPr>
            <a:r>
              <a:rPr lang="en-US" sz="2200">
                <a:solidFill>
                  <a:srgbClr val="333333"/>
                </a:solidFill>
              </a:rPr>
              <a:t>开源模型，社区活跃，持续迭代</a:t>
            </a:r>
          </a:p>
          <a:p xmlns:a="http://schemas.openxmlformats.org/drawingml/2006/main">
            <a:pPr>
              <a:lnSpc>
                <a:spcPct val="180000"/>
              </a:lnSpc>
            </a:pPr>
            <a:r>
              <a:rPr lang="en-US" sz="2200">
                <a:solidFill>
                  <a:srgbClr val="333333"/>
                </a:solidFill>
              </a:rPr>
              <a:t>多模态能力，覆盖文本与代码</a:t>
            </a:r>
          </a:p>
        </p:txBody>
      </p:sp>
      <p:sp>
        <p:nvSpPr>
          <p:cNvPr id="10006" name="TextBox 3"/>
          <p:cNvSpPr/>
          <p:nvPr/>
        </p:nvSpPr>
        <p:spPr>
          <a:xfrm>
            <a:off x="0" y="0"/>
            <a:ext cx="9600000" cy="6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007" name="TextBox 4"/>
          <p:cNvSpPr/>
          <p:nvPr/>
        </p:nvSpPr>
        <p:spPr>
          <a:xfrm>
            <a:off x="600000" y="2000000"/>
            <a:ext cx="120000" cy="32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OfficeCLI/1.0.88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2026-05-27T14:59:44Z</dcterms:created>
  <cp:lastModifiedBy>OfficeCLI</cp:lastModifiedBy>
  <dcterms:modified xsi:type="dcterms:W3CDTF">2026-05-27T14:59:44Z</dcterms:modified>
</cp:coreProperties>
</file>